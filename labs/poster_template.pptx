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918400" cy="21945600"/>
  <p:notesSz cx="120396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1pPr>
    <a:lvl2pPr marL="535150" indent="-238096" algn="l" rtl="0" fontAlgn="base">
      <a:spcBef>
        <a:spcPct val="0"/>
      </a:spcBef>
      <a:spcAft>
        <a:spcPct val="0"/>
      </a:spcAft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2pPr>
    <a:lvl3pPr marL="1074835" indent="-477327" algn="l" rtl="0" fontAlgn="base">
      <a:spcBef>
        <a:spcPct val="0"/>
      </a:spcBef>
      <a:spcAft>
        <a:spcPct val="0"/>
      </a:spcAft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3pPr>
    <a:lvl4pPr marL="1612253" indent="-717691" algn="l" rtl="0" fontAlgn="base">
      <a:spcBef>
        <a:spcPct val="0"/>
      </a:spcBef>
      <a:spcAft>
        <a:spcPct val="0"/>
      </a:spcAft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4pPr>
    <a:lvl5pPr marL="2149671" indent="-956921" algn="l" rtl="0" fontAlgn="base">
      <a:spcBef>
        <a:spcPct val="0"/>
      </a:spcBef>
      <a:spcAft>
        <a:spcPct val="0"/>
      </a:spcAft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5pPr>
    <a:lvl6pPr marL="1632661" algn="l" defTabSz="653064" rtl="0" eaLnBrk="1" latinLnBrk="0" hangingPunct="1"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6pPr>
    <a:lvl7pPr marL="1959193" algn="l" defTabSz="653064" rtl="0" eaLnBrk="1" latinLnBrk="0" hangingPunct="1"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7pPr>
    <a:lvl8pPr marL="2285726" algn="l" defTabSz="653064" rtl="0" eaLnBrk="1" latinLnBrk="0" hangingPunct="1"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8pPr>
    <a:lvl9pPr marL="2612258" algn="l" defTabSz="653064" rtl="0" eaLnBrk="1" latinLnBrk="0" hangingPunct="1">
      <a:defRPr sz="1428" b="1" kern="1200">
        <a:solidFill>
          <a:schemeClr val="tx1"/>
        </a:solidFill>
        <a:latin typeface="Arial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orient="horz" pos="3136" userDrawn="1">
          <p15:clr>
            <a:srgbClr val="A4A3A4"/>
          </p15:clr>
        </p15:guide>
        <p15:guide id="3" orient="horz" pos="5696" userDrawn="1">
          <p15:clr>
            <a:srgbClr val="A4A3A4"/>
          </p15:clr>
        </p15:guide>
        <p15:guide id="4" orient="horz" pos="11584" userDrawn="1">
          <p15:clr>
            <a:srgbClr val="A4A3A4"/>
          </p15:clr>
        </p15:guide>
        <p15:guide id="5" orient="horz" pos="13088" userDrawn="1">
          <p15:clr>
            <a:srgbClr val="A4A3A4"/>
          </p15:clr>
        </p15:guide>
        <p15:guide id="6" orient="horz" pos="19456" userDrawn="1">
          <p15:clr>
            <a:srgbClr val="A4A3A4"/>
          </p15:clr>
        </p15:guide>
        <p15:guide id="7" pos="2832" userDrawn="1">
          <p15:clr>
            <a:srgbClr val="A4A3A4"/>
          </p15:clr>
        </p15:guide>
        <p15:guide id="8" pos="-5136" userDrawn="1">
          <p15:clr>
            <a:srgbClr val="A4A3A4"/>
          </p15:clr>
        </p15:guide>
        <p15:guide id="9" pos="2016" userDrawn="1">
          <p15:clr>
            <a:srgbClr val="A4A3A4"/>
          </p15:clr>
        </p15:guide>
        <p15:guide id="10" pos="11232" userDrawn="1">
          <p15:clr>
            <a:srgbClr val="A4A3A4"/>
          </p15:clr>
        </p15:guide>
        <p15:guide id="11" pos="14160" userDrawn="1">
          <p15:clr>
            <a:srgbClr val="A4A3A4"/>
          </p15:clr>
        </p15:guide>
        <p15:guide id="12" pos="16848" userDrawn="1">
          <p15:clr>
            <a:srgbClr val="A4A3A4"/>
          </p15:clr>
        </p15:guide>
        <p15:guide id="13" pos="17712" userDrawn="1">
          <p15:clr>
            <a:srgbClr val="A4A3A4"/>
          </p15:clr>
        </p15:guide>
        <p15:guide id="14" pos="25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37"/>
    <a:srgbClr val="5D96C8"/>
    <a:srgbClr val="FFFFFF"/>
    <a:srgbClr val="FFCB05"/>
    <a:srgbClr val="00274C"/>
    <a:srgbClr val="8AA5DC"/>
    <a:srgbClr val="56A6DC"/>
    <a:srgbClr val="0000FF"/>
    <a:srgbClr val="C9FFF1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C9C90-A573-8343-973A-50DF5B911C4B}" v="3" dt="2025-02-25T18:55:09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19" autoAdjust="0"/>
    <p:restoredTop sz="94627" autoAdjust="0"/>
  </p:normalViewPr>
  <p:slideViewPr>
    <p:cSldViewPr>
      <p:cViewPr>
        <p:scale>
          <a:sx n="40" d="100"/>
          <a:sy n="40" d="100"/>
        </p:scale>
        <p:origin x="1608" y="-72"/>
      </p:cViewPr>
      <p:guideLst>
        <p:guide orient="horz" pos="4608"/>
        <p:guide orient="horz" pos="3136"/>
        <p:guide orient="horz" pos="5696"/>
        <p:guide orient="horz" pos="11584"/>
        <p:guide orient="horz" pos="13088"/>
        <p:guide orient="horz" pos="19456"/>
        <p:guide pos="2832"/>
        <p:guide pos="-5136"/>
        <p:guide pos="2016"/>
        <p:guide pos="11232"/>
        <p:guide pos="14160"/>
        <p:guide pos="16848"/>
        <p:guide pos="17712"/>
        <p:guide pos="2592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1927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9345" tIns="39672" rIns="79345" bIns="39672" numCol="1" anchor="t" anchorCtr="0" compatLnSpc="1">
            <a:prstTxWarp prst="textNoShape">
              <a:avLst/>
            </a:prstTxWarp>
          </a:bodyPr>
          <a:lstStyle>
            <a:lvl1pPr algn="l" defTabSz="793750" eaLnBrk="0" hangingPunct="0">
              <a:lnSpc>
                <a:spcPct val="100000"/>
              </a:lnSpc>
              <a:spcBef>
                <a:spcPct val="0"/>
              </a:spcBef>
              <a:defRPr sz="10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797675" y="0"/>
            <a:ext cx="51943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9345" tIns="39672" rIns="79345" bIns="39672" numCol="1" anchor="t" anchorCtr="0" compatLnSpc="1">
            <a:prstTxWarp prst="textNoShape">
              <a:avLst/>
            </a:prstTxWarp>
          </a:bodyPr>
          <a:lstStyle>
            <a:lvl1pPr algn="r" defTabSz="793750" eaLnBrk="0" hangingPunct="0">
              <a:lnSpc>
                <a:spcPct val="100000"/>
              </a:lnSpc>
              <a:spcBef>
                <a:spcPct val="0"/>
              </a:spcBef>
              <a:defRPr sz="10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51927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9345" tIns="39672" rIns="79345" bIns="39672" numCol="1" anchor="b" anchorCtr="0" compatLnSpc="1">
            <a:prstTxWarp prst="textNoShape">
              <a:avLst/>
            </a:prstTxWarp>
          </a:bodyPr>
          <a:lstStyle>
            <a:lvl1pPr algn="l" defTabSz="793750" eaLnBrk="0" hangingPunct="0">
              <a:lnSpc>
                <a:spcPct val="100000"/>
              </a:lnSpc>
              <a:spcBef>
                <a:spcPct val="0"/>
              </a:spcBef>
              <a:defRPr sz="10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797675" y="6477000"/>
            <a:ext cx="51943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9345" tIns="39672" rIns="79345" bIns="39672" numCol="1" anchor="b" anchorCtr="0" compatLnSpc="1">
            <a:prstTxWarp prst="textNoShape">
              <a:avLst/>
            </a:prstTxWarp>
          </a:bodyPr>
          <a:lstStyle>
            <a:lvl1pPr algn="r" defTabSz="793750" eaLnBrk="0" hangingPunct="0">
              <a:lnSpc>
                <a:spcPct val="100000"/>
              </a:lnSpc>
              <a:spcBef>
                <a:spcPct val="0"/>
              </a:spcBef>
              <a:defRPr sz="1000" b="0"/>
            </a:lvl1pPr>
          </a:lstStyle>
          <a:p>
            <a:pPr>
              <a:defRPr/>
            </a:pPr>
            <a:fld id="{5D073377-E30C-4CF1-AC4B-E14FD95E3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81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181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535150" indent="-238096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074835" indent="-477327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12253" indent="-717691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149671" indent="-956921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688634" algn="l" defTabSz="1075454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26361" algn="l" defTabSz="1075454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764089" algn="l" defTabSz="1075454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01815" algn="l" defTabSz="1075454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8087"/>
            <a:ext cx="27980640" cy="47026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116"/>
            <a:ext cx="23042880" cy="5609771"/>
          </a:xfrm>
        </p:spPr>
        <p:txBody>
          <a:bodyPr/>
          <a:lstStyle>
            <a:lvl1pPr marL="0" indent="0" algn="ctr">
              <a:buNone/>
              <a:defRPr/>
            </a:lvl1pPr>
            <a:lvl2pPr marL="573683" indent="0" algn="ctr">
              <a:buNone/>
              <a:defRPr/>
            </a:lvl2pPr>
            <a:lvl3pPr marL="1147365" indent="0" algn="ctr">
              <a:buNone/>
              <a:defRPr/>
            </a:lvl3pPr>
            <a:lvl4pPr marL="1721046" indent="0" algn="ctr">
              <a:buNone/>
              <a:defRPr/>
            </a:lvl4pPr>
            <a:lvl5pPr marL="2294728" indent="0" algn="ctr">
              <a:buNone/>
              <a:defRPr/>
            </a:lvl5pPr>
            <a:lvl6pPr marL="2868410" indent="0" algn="ctr">
              <a:buNone/>
              <a:defRPr/>
            </a:lvl6pPr>
            <a:lvl7pPr marL="3442093" indent="0" algn="ctr">
              <a:buNone/>
              <a:defRPr/>
            </a:lvl7pPr>
            <a:lvl8pPr marL="4015775" indent="0" algn="ctr">
              <a:buNone/>
              <a:defRPr/>
            </a:lvl8pPr>
            <a:lvl9pPr marL="458945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532F0-38A7-4611-A7A9-01E1D739A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31D4F-9E5A-42B7-87A7-57B5324175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14102446"/>
            <a:ext cx="27980640" cy="4357914"/>
          </a:xfrm>
        </p:spPr>
        <p:txBody>
          <a:bodyPr anchor="t"/>
          <a:lstStyle>
            <a:lvl1pPr algn="l">
              <a:defRPr sz="502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9301845"/>
            <a:ext cx="27980640" cy="4800600"/>
          </a:xfrm>
        </p:spPr>
        <p:txBody>
          <a:bodyPr anchor="b"/>
          <a:lstStyle>
            <a:lvl1pPr marL="0" indent="0">
              <a:buNone/>
              <a:defRPr sz="2513"/>
            </a:lvl1pPr>
            <a:lvl2pPr marL="573683" indent="0">
              <a:buNone/>
              <a:defRPr sz="2209"/>
            </a:lvl2pPr>
            <a:lvl3pPr marL="1147365" indent="0">
              <a:buNone/>
              <a:defRPr sz="2057"/>
            </a:lvl3pPr>
            <a:lvl4pPr marL="1721046" indent="0">
              <a:buNone/>
              <a:defRPr sz="1753"/>
            </a:lvl4pPr>
            <a:lvl5pPr marL="2294728" indent="0">
              <a:buNone/>
              <a:defRPr sz="1753"/>
            </a:lvl5pPr>
            <a:lvl6pPr marL="2868410" indent="0">
              <a:buNone/>
              <a:defRPr sz="1753"/>
            </a:lvl6pPr>
            <a:lvl7pPr marL="3442093" indent="0">
              <a:buNone/>
              <a:defRPr sz="1753"/>
            </a:lvl7pPr>
            <a:lvl8pPr marL="4015775" indent="0">
              <a:buNone/>
              <a:defRPr sz="1753"/>
            </a:lvl8pPr>
            <a:lvl9pPr marL="4589457" indent="0">
              <a:buNone/>
              <a:defRPr sz="17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AFCA1-5B3B-4FA5-A309-C64A1ABFE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0785" y="6337302"/>
            <a:ext cx="13896976" cy="13169899"/>
          </a:xfrm>
        </p:spPr>
        <p:txBody>
          <a:bodyPr/>
          <a:lstStyle>
            <a:lvl1pPr>
              <a:defRPr sz="3580"/>
            </a:lvl1pPr>
            <a:lvl2pPr>
              <a:defRPr sz="2971"/>
            </a:lvl2pPr>
            <a:lvl3pPr>
              <a:defRPr sz="2513"/>
            </a:lvl3pPr>
            <a:lvl4pPr>
              <a:defRPr sz="2209"/>
            </a:lvl4pPr>
            <a:lvl5pPr>
              <a:defRPr sz="2209"/>
            </a:lvl5pPr>
            <a:lvl6pPr>
              <a:defRPr sz="2209"/>
            </a:lvl6pPr>
            <a:lvl7pPr>
              <a:defRPr sz="2209"/>
            </a:lvl7pPr>
            <a:lvl8pPr>
              <a:defRPr sz="2209"/>
            </a:lvl8pPr>
            <a:lvl9pPr>
              <a:defRPr sz="22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50643" y="6337302"/>
            <a:ext cx="13896977" cy="13169899"/>
          </a:xfrm>
        </p:spPr>
        <p:txBody>
          <a:bodyPr/>
          <a:lstStyle>
            <a:lvl1pPr>
              <a:defRPr sz="3580"/>
            </a:lvl1pPr>
            <a:lvl2pPr>
              <a:defRPr sz="2971"/>
            </a:lvl2pPr>
            <a:lvl3pPr>
              <a:defRPr sz="2513"/>
            </a:lvl3pPr>
            <a:lvl4pPr>
              <a:defRPr sz="2209"/>
            </a:lvl4pPr>
            <a:lvl5pPr>
              <a:defRPr sz="2209"/>
            </a:lvl5pPr>
            <a:lvl6pPr>
              <a:defRPr sz="2209"/>
            </a:lvl6pPr>
            <a:lvl7pPr>
              <a:defRPr sz="2209"/>
            </a:lvl7pPr>
            <a:lvl8pPr>
              <a:defRPr sz="2209"/>
            </a:lvl8pPr>
            <a:lvl9pPr>
              <a:defRPr sz="22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BC478-E780-4F9C-B3DA-634686ABD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114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4913087"/>
            <a:ext cx="14544676" cy="2046514"/>
          </a:xfrm>
        </p:spPr>
        <p:txBody>
          <a:bodyPr anchor="b"/>
          <a:lstStyle>
            <a:lvl1pPr marL="0" indent="0">
              <a:buNone/>
              <a:defRPr sz="2971" b="1"/>
            </a:lvl1pPr>
            <a:lvl2pPr marL="573683" indent="0">
              <a:buNone/>
              <a:defRPr sz="2513" b="1"/>
            </a:lvl2pPr>
            <a:lvl3pPr marL="1147365" indent="0">
              <a:buNone/>
              <a:defRPr sz="2209" b="1"/>
            </a:lvl3pPr>
            <a:lvl4pPr marL="1721046" indent="0">
              <a:buNone/>
              <a:defRPr sz="2057" b="1"/>
            </a:lvl4pPr>
            <a:lvl5pPr marL="2294728" indent="0">
              <a:buNone/>
              <a:defRPr sz="2057" b="1"/>
            </a:lvl5pPr>
            <a:lvl6pPr marL="2868410" indent="0">
              <a:buNone/>
              <a:defRPr sz="2057" b="1"/>
            </a:lvl6pPr>
            <a:lvl7pPr marL="3442093" indent="0">
              <a:buNone/>
              <a:defRPr sz="2057" b="1"/>
            </a:lvl7pPr>
            <a:lvl8pPr marL="4015775" indent="0">
              <a:buNone/>
              <a:defRPr sz="2057" b="1"/>
            </a:lvl8pPr>
            <a:lvl9pPr marL="4589457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2" y="6959601"/>
            <a:ext cx="14544676" cy="12643758"/>
          </a:xfrm>
        </p:spPr>
        <p:txBody>
          <a:bodyPr/>
          <a:lstStyle>
            <a:lvl1pPr>
              <a:defRPr sz="2971"/>
            </a:lvl1pPr>
            <a:lvl2pPr>
              <a:defRPr sz="2513"/>
            </a:lvl2pPr>
            <a:lvl3pPr>
              <a:defRPr sz="2209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3087"/>
            <a:ext cx="14550391" cy="2046514"/>
          </a:xfrm>
        </p:spPr>
        <p:txBody>
          <a:bodyPr anchor="b"/>
          <a:lstStyle>
            <a:lvl1pPr marL="0" indent="0">
              <a:buNone/>
              <a:defRPr sz="2971" b="1"/>
            </a:lvl1pPr>
            <a:lvl2pPr marL="573683" indent="0">
              <a:buNone/>
              <a:defRPr sz="2513" b="1"/>
            </a:lvl2pPr>
            <a:lvl3pPr marL="1147365" indent="0">
              <a:buNone/>
              <a:defRPr sz="2209" b="1"/>
            </a:lvl3pPr>
            <a:lvl4pPr marL="1721046" indent="0">
              <a:buNone/>
              <a:defRPr sz="2057" b="1"/>
            </a:lvl4pPr>
            <a:lvl5pPr marL="2294728" indent="0">
              <a:buNone/>
              <a:defRPr sz="2057" b="1"/>
            </a:lvl5pPr>
            <a:lvl6pPr marL="2868410" indent="0">
              <a:buNone/>
              <a:defRPr sz="2057" b="1"/>
            </a:lvl6pPr>
            <a:lvl7pPr marL="3442093" indent="0">
              <a:buNone/>
              <a:defRPr sz="2057" b="1"/>
            </a:lvl7pPr>
            <a:lvl8pPr marL="4015775" indent="0">
              <a:buNone/>
              <a:defRPr sz="2057" b="1"/>
            </a:lvl8pPr>
            <a:lvl9pPr marL="4589457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1"/>
            <a:ext cx="14550391" cy="12643758"/>
          </a:xfrm>
        </p:spPr>
        <p:txBody>
          <a:bodyPr/>
          <a:lstStyle>
            <a:lvl1pPr>
              <a:defRPr sz="2971"/>
            </a:lvl1pPr>
            <a:lvl2pPr>
              <a:defRPr sz="2513"/>
            </a:lvl2pPr>
            <a:lvl3pPr>
              <a:defRPr sz="2209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73A25-F866-400E-BB6E-057B1DB724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7C3796-73C8-4FBB-8C7E-4EF6C67011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6C199-1FEC-4953-AA68-CA8CFED2D1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874486"/>
            <a:ext cx="10829926" cy="3717472"/>
          </a:xfrm>
        </p:spPr>
        <p:txBody>
          <a:bodyPr anchor="b"/>
          <a:lstStyle>
            <a:lvl1pPr algn="l">
              <a:defRPr sz="251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1" y="874486"/>
            <a:ext cx="18402300" cy="18728872"/>
          </a:xfrm>
        </p:spPr>
        <p:txBody>
          <a:bodyPr/>
          <a:lstStyle>
            <a:lvl1pPr>
              <a:defRPr sz="4038"/>
            </a:lvl1pPr>
            <a:lvl2pPr>
              <a:defRPr sz="3580"/>
            </a:lvl2pPr>
            <a:lvl3pPr>
              <a:defRPr sz="2971"/>
            </a:lvl3pPr>
            <a:lvl4pPr>
              <a:defRPr sz="2513"/>
            </a:lvl4pPr>
            <a:lvl5pPr>
              <a:defRPr sz="2513"/>
            </a:lvl5pPr>
            <a:lvl6pPr>
              <a:defRPr sz="2513"/>
            </a:lvl6pPr>
            <a:lvl7pPr>
              <a:defRPr sz="2513"/>
            </a:lvl7pPr>
            <a:lvl8pPr>
              <a:defRPr sz="2513"/>
            </a:lvl8pPr>
            <a:lvl9pPr>
              <a:defRPr sz="25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4591958"/>
            <a:ext cx="10829926" cy="15011400"/>
          </a:xfrm>
        </p:spPr>
        <p:txBody>
          <a:bodyPr/>
          <a:lstStyle>
            <a:lvl1pPr marL="0" indent="0">
              <a:buNone/>
              <a:defRPr sz="1753"/>
            </a:lvl1pPr>
            <a:lvl2pPr marL="573683" indent="0">
              <a:buNone/>
              <a:defRPr sz="1524"/>
            </a:lvl2pPr>
            <a:lvl3pPr marL="1147365" indent="0">
              <a:buNone/>
              <a:defRPr sz="1295"/>
            </a:lvl3pPr>
            <a:lvl4pPr marL="1721046" indent="0">
              <a:buNone/>
              <a:defRPr sz="1143"/>
            </a:lvl4pPr>
            <a:lvl5pPr marL="2294728" indent="0">
              <a:buNone/>
              <a:defRPr sz="1143"/>
            </a:lvl5pPr>
            <a:lvl6pPr marL="2868410" indent="0">
              <a:buNone/>
              <a:defRPr sz="1143"/>
            </a:lvl6pPr>
            <a:lvl7pPr marL="3442093" indent="0">
              <a:buNone/>
              <a:defRPr sz="1143"/>
            </a:lvl7pPr>
            <a:lvl8pPr marL="4015775" indent="0">
              <a:buNone/>
              <a:defRPr sz="1143"/>
            </a:lvl8pPr>
            <a:lvl9pPr marL="4589457" indent="0">
              <a:buNone/>
              <a:defRPr sz="11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2501-2C03-48B7-A414-8BC69267B2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15361558"/>
            <a:ext cx="19751040" cy="1814286"/>
          </a:xfrm>
        </p:spPr>
        <p:txBody>
          <a:bodyPr anchor="b"/>
          <a:lstStyle>
            <a:lvl1pPr algn="l">
              <a:defRPr sz="251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1961244"/>
            <a:ext cx="19751040" cy="13166271"/>
          </a:xfrm>
        </p:spPr>
        <p:txBody>
          <a:bodyPr/>
          <a:lstStyle>
            <a:lvl1pPr marL="0" indent="0">
              <a:buNone/>
              <a:defRPr sz="4038"/>
            </a:lvl1pPr>
            <a:lvl2pPr marL="573683" indent="0">
              <a:buNone/>
              <a:defRPr sz="3580"/>
            </a:lvl2pPr>
            <a:lvl3pPr marL="1147365" indent="0">
              <a:buNone/>
              <a:defRPr sz="2971"/>
            </a:lvl3pPr>
            <a:lvl4pPr marL="1721046" indent="0">
              <a:buNone/>
              <a:defRPr sz="2513"/>
            </a:lvl4pPr>
            <a:lvl5pPr marL="2294728" indent="0">
              <a:buNone/>
              <a:defRPr sz="2513"/>
            </a:lvl5pPr>
            <a:lvl6pPr marL="2868410" indent="0">
              <a:buNone/>
              <a:defRPr sz="2513"/>
            </a:lvl6pPr>
            <a:lvl7pPr marL="3442093" indent="0">
              <a:buNone/>
              <a:defRPr sz="2513"/>
            </a:lvl7pPr>
            <a:lvl8pPr marL="4015775" indent="0">
              <a:buNone/>
              <a:defRPr sz="2513"/>
            </a:lvl8pPr>
            <a:lvl9pPr marL="4589457" indent="0">
              <a:buNone/>
              <a:defRPr sz="251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17175843"/>
            <a:ext cx="19751040" cy="2574471"/>
          </a:xfrm>
        </p:spPr>
        <p:txBody>
          <a:bodyPr/>
          <a:lstStyle>
            <a:lvl1pPr marL="0" indent="0">
              <a:buNone/>
              <a:defRPr sz="1753"/>
            </a:lvl1pPr>
            <a:lvl2pPr marL="573683" indent="0">
              <a:buNone/>
              <a:defRPr sz="1524"/>
            </a:lvl2pPr>
            <a:lvl3pPr marL="1147365" indent="0">
              <a:buNone/>
              <a:defRPr sz="1295"/>
            </a:lvl3pPr>
            <a:lvl4pPr marL="1721046" indent="0">
              <a:buNone/>
              <a:defRPr sz="1143"/>
            </a:lvl4pPr>
            <a:lvl5pPr marL="2294728" indent="0">
              <a:buNone/>
              <a:defRPr sz="1143"/>
            </a:lvl5pPr>
            <a:lvl6pPr marL="2868410" indent="0">
              <a:buNone/>
              <a:defRPr sz="1143"/>
            </a:lvl6pPr>
            <a:lvl7pPr marL="3442093" indent="0">
              <a:buNone/>
              <a:defRPr sz="1143"/>
            </a:lvl7pPr>
            <a:lvl8pPr marL="4015775" indent="0">
              <a:buNone/>
              <a:defRPr sz="1143"/>
            </a:lvl8pPr>
            <a:lvl9pPr marL="4589457" indent="0">
              <a:buNone/>
              <a:defRPr sz="11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3A40B8-EF7A-47E5-9A2D-3D4724C61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76F6D-3B33-4F13-9234-8DF438363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54363" y="1952172"/>
            <a:ext cx="6993257" cy="17555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0785" y="1952172"/>
            <a:ext cx="20800696" cy="17555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4632E-A00E-4418-A710-7CC739175A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787" y="1952171"/>
            <a:ext cx="27976830" cy="3657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470785" y="6337302"/>
            <a:ext cx="13896976" cy="13169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16550643" y="6337302"/>
            <a:ext cx="13896977" cy="13169899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7083B-D7FF-48A2-902D-C5ED2D215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A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1057" y="1952171"/>
            <a:ext cx="27976286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65229" tIns="133613" rIns="265229" bIns="1336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71057" y="6337300"/>
            <a:ext cx="27976286" cy="131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65229" tIns="133613" rIns="265229" bIns="1336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71057" y="19993429"/>
            <a:ext cx="6858000" cy="146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265229" tIns="133613" rIns="265229" bIns="133613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defRPr sz="3124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4943" y="19993429"/>
            <a:ext cx="10428515" cy="146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265229" tIns="133613" rIns="265229" bIns="133613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defRPr sz="3124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89343" y="19993429"/>
            <a:ext cx="6858000" cy="146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265229" tIns="133613" rIns="265229" bIns="133613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3124" b="0">
                <a:latin typeface="Times New Roman" pitchFamily="18" charset="0"/>
              </a:defRPr>
            </a:lvl1pPr>
          </a:lstStyle>
          <a:p>
            <a:pPr>
              <a:defRPr/>
            </a:pPr>
            <a:fld id="{5F4A6915-231F-43ED-B68C-A21F2DC66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630364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+mj-lt"/>
          <a:ea typeface="+mj-ea"/>
          <a:cs typeface="+mj-cs"/>
        </a:defRPr>
      </a:lvl1pPr>
      <a:lvl2pPr algn="ctr" defTabSz="4630364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2pPr>
      <a:lvl3pPr algn="ctr" defTabSz="4630364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3pPr>
      <a:lvl4pPr algn="ctr" defTabSz="4630364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4pPr>
      <a:lvl5pPr algn="ctr" defTabSz="4630364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5pPr>
      <a:lvl6pPr marL="573683" algn="ctr" defTabSz="4631288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6pPr>
      <a:lvl7pPr marL="1147365" algn="ctr" defTabSz="4631288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7pPr>
      <a:lvl8pPr marL="1721046" algn="ctr" defTabSz="4631288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8pPr>
      <a:lvl9pPr marL="2294728" algn="ctr" defTabSz="4631288" rtl="0" eaLnBrk="0" fontAlgn="base" hangingPunct="0">
        <a:spcBef>
          <a:spcPct val="0"/>
        </a:spcBef>
        <a:spcAft>
          <a:spcPct val="0"/>
        </a:spcAft>
        <a:defRPr sz="9753">
          <a:solidFill>
            <a:schemeClr val="tx2"/>
          </a:solidFill>
          <a:latin typeface="Times New Roman" pitchFamily="18" charset="0"/>
        </a:defRPr>
      </a:lvl9pPr>
    </p:titleStyle>
    <p:bodyStyle>
      <a:lvl1pPr marL="752374" indent="-752374" algn="l" defTabSz="4630364" rtl="0" eaLnBrk="0" fontAlgn="base" hangingPunct="0">
        <a:spcBef>
          <a:spcPct val="20000"/>
        </a:spcBef>
        <a:spcAft>
          <a:spcPct val="0"/>
        </a:spcAft>
        <a:buChar char="•"/>
        <a:defRPr sz="7238">
          <a:solidFill>
            <a:schemeClr val="tx1"/>
          </a:solidFill>
          <a:latin typeface="+mn-lt"/>
          <a:ea typeface="+mn-ea"/>
          <a:cs typeface="+mn-cs"/>
        </a:defRPr>
      </a:lvl1pPr>
      <a:lvl2pPr marL="1634176" indent="-627785" algn="l" defTabSz="4630364" rtl="0" eaLnBrk="0" fontAlgn="base" hangingPunct="0">
        <a:spcBef>
          <a:spcPct val="20000"/>
        </a:spcBef>
        <a:spcAft>
          <a:spcPct val="0"/>
        </a:spcAft>
        <a:buChar char="–"/>
        <a:defRPr sz="6096">
          <a:solidFill>
            <a:schemeClr val="tx1"/>
          </a:solidFill>
          <a:latin typeface="+mn-lt"/>
        </a:defRPr>
      </a:lvl2pPr>
      <a:lvl3pPr marL="2515976" indent="-501986" algn="l" defTabSz="4630364" rtl="0" eaLnBrk="0" fontAlgn="base" hangingPunct="0">
        <a:spcBef>
          <a:spcPct val="20000"/>
        </a:spcBef>
        <a:spcAft>
          <a:spcPct val="0"/>
        </a:spcAft>
        <a:buChar char="•"/>
        <a:defRPr sz="5258">
          <a:solidFill>
            <a:schemeClr val="tx1"/>
          </a:solidFill>
          <a:latin typeface="+mn-lt"/>
        </a:defRPr>
      </a:lvl3pPr>
      <a:lvl4pPr marL="3519947" indent="-501986" algn="l" defTabSz="4630364" rtl="0" eaLnBrk="0" fontAlgn="base" hangingPunct="0">
        <a:spcBef>
          <a:spcPct val="20000"/>
        </a:spcBef>
        <a:spcAft>
          <a:spcPct val="0"/>
        </a:spcAft>
        <a:buChar char="–"/>
        <a:defRPr sz="4342">
          <a:solidFill>
            <a:schemeClr val="tx1"/>
          </a:solidFill>
          <a:latin typeface="+mn-lt"/>
        </a:defRPr>
      </a:lvl4pPr>
      <a:lvl5pPr marL="4528756" indent="-500776" algn="l" defTabSz="4630364" rtl="0" eaLnBrk="0" fontAlgn="base" hangingPunct="0">
        <a:spcBef>
          <a:spcPct val="20000"/>
        </a:spcBef>
        <a:spcAft>
          <a:spcPct val="0"/>
        </a:spcAft>
        <a:buChar char="•"/>
        <a:defRPr sz="4342">
          <a:solidFill>
            <a:schemeClr val="tx1"/>
          </a:solidFill>
          <a:latin typeface="+mn-lt"/>
        </a:defRPr>
      </a:lvl5pPr>
      <a:lvl6pPr marL="5103380" indent="-501971" algn="l" defTabSz="4631288" rtl="0" eaLnBrk="0" fontAlgn="base" hangingPunct="0">
        <a:spcBef>
          <a:spcPct val="20000"/>
        </a:spcBef>
        <a:spcAft>
          <a:spcPct val="0"/>
        </a:spcAft>
        <a:buChar char="•"/>
        <a:defRPr sz="4342">
          <a:solidFill>
            <a:schemeClr val="tx1"/>
          </a:solidFill>
          <a:latin typeface="+mn-lt"/>
        </a:defRPr>
      </a:lvl6pPr>
      <a:lvl7pPr marL="5677063" indent="-501971" algn="l" defTabSz="4631288" rtl="0" eaLnBrk="0" fontAlgn="base" hangingPunct="0">
        <a:spcBef>
          <a:spcPct val="20000"/>
        </a:spcBef>
        <a:spcAft>
          <a:spcPct val="0"/>
        </a:spcAft>
        <a:buChar char="•"/>
        <a:defRPr sz="4342">
          <a:solidFill>
            <a:schemeClr val="tx1"/>
          </a:solidFill>
          <a:latin typeface="+mn-lt"/>
        </a:defRPr>
      </a:lvl7pPr>
      <a:lvl8pPr marL="6250745" indent="-501971" algn="l" defTabSz="4631288" rtl="0" eaLnBrk="0" fontAlgn="base" hangingPunct="0">
        <a:spcBef>
          <a:spcPct val="20000"/>
        </a:spcBef>
        <a:spcAft>
          <a:spcPct val="0"/>
        </a:spcAft>
        <a:buChar char="•"/>
        <a:defRPr sz="4342">
          <a:solidFill>
            <a:schemeClr val="tx1"/>
          </a:solidFill>
          <a:latin typeface="+mn-lt"/>
        </a:defRPr>
      </a:lvl8pPr>
      <a:lvl9pPr marL="6824426" indent="-501971" algn="l" defTabSz="4631288" rtl="0" eaLnBrk="0" fontAlgn="base" hangingPunct="0">
        <a:spcBef>
          <a:spcPct val="20000"/>
        </a:spcBef>
        <a:spcAft>
          <a:spcPct val="0"/>
        </a:spcAft>
        <a:buChar char="•"/>
        <a:defRPr sz="4342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1pPr>
      <a:lvl2pPr marL="573683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2pPr>
      <a:lvl3pPr marL="1147365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3pPr>
      <a:lvl4pPr marL="1721046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4pPr>
      <a:lvl5pPr marL="2294728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5pPr>
      <a:lvl6pPr marL="2868410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6pPr>
      <a:lvl7pPr marL="3442093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7pPr>
      <a:lvl8pPr marL="4015775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8pPr>
      <a:lvl9pPr marL="4589457" algn="l" defTabSz="1147365" rtl="0" eaLnBrk="1" latinLnBrk="0" hangingPunct="1">
        <a:defRPr sz="2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4269C94-9EAF-9947-B195-08FC221EE625}"/>
              </a:ext>
            </a:extLst>
          </p:cNvPr>
          <p:cNvSpPr/>
          <p:nvPr/>
        </p:nvSpPr>
        <p:spPr bwMode="auto">
          <a:xfrm>
            <a:off x="24307801" y="4453467"/>
            <a:ext cx="8382000" cy="827192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9465" tIns="106107" rIns="159465" bIns="106107" numCol="1" rtlCol="0" anchor="t" anchorCtr="0" compatLnSpc="1">
            <a:prstTxWarp prst="textNoShape">
              <a:avLst/>
            </a:prstTxWarp>
          </a:bodyPr>
          <a:lstStyle/>
          <a:p>
            <a:pPr marL="171450" indent="-171450" algn="just" defTabSz="2812329" eaLnBrk="0" hangingPunct="0">
              <a:lnSpc>
                <a:spcPct val="96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600" b="0" dirty="0"/>
              <a:t>Conclusions here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017433-3DF9-4242-9E03-FF7D17EAFC24}"/>
              </a:ext>
            </a:extLst>
          </p:cNvPr>
          <p:cNvSpPr/>
          <p:nvPr/>
        </p:nvSpPr>
        <p:spPr bwMode="auto">
          <a:xfrm>
            <a:off x="228599" y="13214979"/>
            <a:ext cx="9372600" cy="83258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9465" tIns="106107" rIns="159465" bIns="106107" numCol="1" rtlCol="0" anchor="t" anchorCtr="0" compatLnSpc="1">
            <a:prstTxWarp prst="textNoShape">
              <a:avLst/>
            </a:prstTxWarp>
          </a:bodyPr>
          <a:lstStyle/>
          <a:p>
            <a:pPr marL="571500" indent="-571500" algn="just" defTabSz="2812329" eaLnBrk="0" hangingPunct="0">
              <a:lnSpc>
                <a:spcPct val="96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600" b="0" dirty="0"/>
              <a:t>Background info here</a:t>
            </a:r>
          </a:p>
          <a:p>
            <a:pPr marL="571500" indent="-571500" algn="just" defTabSz="2812329" eaLnBrk="0" hangingPunct="0">
              <a:lnSpc>
                <a:spcPct val="96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7E475-74B9-8046-9357-35E232D1E145}"/>
              </a:ext>
            </a:extLst>
          </p:cNvPr>
          <p:cNvSpPr/>
          <p:nvPr/>
        </p:nvSpPr>
        <p:spPr bwMode="auto">
          <a:xfrm>
            <a:off x="228599" y="4347758"/>
            <a:ext cx="9372602" cy="737023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9465" tIns="106107" rIns="159465" bIns="106107" numCol="1" rtlCol="0" anchor="t" anchorCtr="0" compatLnSpc="1">
            <a:prstTxWarp prst="textNoShape">
              <a:avLst/>
            </a:prstTxWarp>
          </a:bodyPr>
          <a:lstStyle/>
          <a:p>
            <a:pPr marL="457200" indent="-457200" algn="just" defTabSz="2812329" eaLnBrk="0" hangingPunct="0">
              <a:lnSpc>
                <a:spcPct val="96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600" b="0" dirty="0"/>
              <a:t>Background info here</a:t>
            </a:r>
          </a:p>
        </p:txBody>
      </p:sp>
      <p:sp>
        <p:nvSpPr>
          <p:cNvPr id="1028" name="Rectangle 69"/>
          <p:cNvSpPr>
            <a:spLocks noGrp="1" noChangeArrowheads="1"/>
          </p:cNvSpPr>
          <p:nvPr>
            <p:ph type="title"/>
          </p:nvPr>
        </p:nvSpPr>
        <p:spPr>
          <a:xfrm>
            <a:off x="12725400" y="184914"/>
            <a:ext cx="19894062" cy="2955644"/>
          </a:xfrm>
          <a:noFill/>
          <a:ln w="12700" cap="flat">
            <a:noFill/>
          </a:ln>
        </p:spPr>
        <p:txBody>
          <a:bodyPr vert="horz" wrap="square" lIns="464937" tIns="233989" rIns="464937" bIns="233989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5400" b="1" dirty="0">
                <a:latin typeface="Arial" charset="0"/>
              </a:rPr>
              <a:t>TITLE TITLE</a:t>
            </a:r>
            <a:br>
              <a:rPr lang="en-US" sz="3658" b="1" dirty="0">
                <a:latin typeface="Arial" charset="0"/>
              </a:rPr>
            </a:br>
            <a:br>
              <a:rPr lang="en-US" sz="3658" b="1" dirty="0">
                <a:latin typeface="Arial" charset="0"/>
              </a:rPr>
            </a:br>
            <a:r>
              <a:rPr lang="en-US" sz="3658" b="1" dirty="0">
                <a:latin typeface="Arial" charset="0"/>
              </a:rPr>
              <a:t>Your Name</a:t>
            </a:r>
            <a:r>
              <a:rPr lang="en-US" sz="3810" b="1" baseline="30000" dirty="0">
                <a:latin typeface="Arial" charset="0"/>
                <a:cs typeface="Times New Roman" pitchFamily="18" charset="0"/>
              </a:rPr>
              <a:t>1</a:t>
            </a:r>
            <a:br>
              <a:rPr lang="en-US" sz="3810" b="1" baseline="30000" dirty="0">
                <a:latin typeface="Arial" charset="0"/>
                <a:cs typeface="Times New Roman" pitchFamily="18" charset="0"/>
              </a:rPr>
            </a:br>
            <a:r>
              <a:rPr lang="en-US" sz="2743" b="1" baseline="30000" dirty="0">
                <a:latin typeface="Arial" charset="0"/>
                <a:cs typeface="Times New Roman" pitchFamily="18" charset="0"/>
              </a:rPr>
              <a:t>1</a:t>
            </a:r>
            <a:r>
              <a:rPr lang="en-US" sz="3047" b="1" dirty="0">
                <a:latin typeface="Arial" charset="0"/>
                <a:cs typeface="Times New Roman" pitchFamily="18" charset="0"/>
              </a:rPr>
              <a:t>Oregon Health &amp; Science University, School of Public Health</a:t>
            </a:r>
            <a:endParaRPr lang="en-US" sz="3047" b="1" dirty="0">
              <a:latin typeface="Arial" charset="0"/>
            </a:endParaRPr>
          </a:p>
        </p:txBody>
      </p:sp>
      <p:sp>
        <p:nvSpPr>
          <p:cNvPr id="2" name="Rectangle 86"/>
          <p:cNvSpPr>
            <a:spLocks noChangeArrowheads="1"/>
          </p:cNvSpPr>
          <p:nvPr/>
        </p:nvSpPr>
        <p:spPr bwMode="auto">
          <a:xfrm>
            <a:off x="13129385" y="4453467"/>
            <a:ext cx="1545771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27" tIns="44062" rIns="88127" bIns="44062"/>
          <a:lstStyle/>
          <a:p>
            <a:pPr algn="r" defTabSz="872124" eaLnBrk="0" hangingPunct="0"/>
            <a:endParaRPr lang="en-US" sz="3124"/>
          </a:p>
        </p:txBody>
      </p:sp>
      <p:graphicFrame>
        <p:nvGraphicFramePr>
          <p:cNvPr id="1026" name="Object 132"/>
          <p:cNvGraphicFramePr>
            <a:graphicFrameLocks noChangeAspect="1"/>
          </p:cNvGraphicFramePr>
          <p:nvPr/>
        </p:nvGraphicFramePr>
        <p:xfrm>
          <a:off x="15760096" y="102163638"/>
          <a:ext cx="5504543" cy="7864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1796120" imgH="11796120" progId="Word.Document.8">
                  <p:embed/>
                </p:oleObj>
              </mc:Choice>
              <mc:Fallback>
                <p:oleObj name="Document" r:id="rId2" imgW="11796120" imgH="11796120" progId="Word.Document.8">
                  <p:embed/>
                  <p:pic>
                    <p:nvPicPr>
                      <p:cNvPr id="1026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0096" y="102163638"/>
                        <a:ext cx="5504543" cy="78643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65EC12E-C5CD-E640-8CB7-93D7FA7E5F99}"/>
              </a:ext>
            </a:extLst>
          </p:cNvPr>
          <p:cNvGrpSpPr/>
          <p:nvPr/>
        </p:nvGrpSpPr>
        <p:grpSpPr>
          <a:xfrm>
            <a:off x="41031" y="3328495"/>
            <a:ext cx="9560170" cy="872756"/>
            <a:chOff x="457200" y="6502400"/>
            <a:chExt cx="18288000" cy="889000"/>
          </a:xfrm>
        </p:grpSpPr>
        <p:sp>
          <p:nvSpPr>
            <p:cNvPr id="1030" name="Rectangle 72"/>
            <p:cNvSpPr>
              <a:spLocks noChangeArrowheads="1"/>
            </p:cNvSpPr>
            <p:nvPr/>
          </p:nvSpPr>
          <p:spPr bwMode="auto">
            <a:xfrm>
              <a:off x="457200" y="6502400"/>
              <a:ext cx="18288000" cy="889000"/>
            </a:xfrm>
            <a:prstGeom prst="rect">
              <a:avLst/>
            </a:prstGeom>
            <a:solidFill>
              <a:srgbClr val="5D96C8"/>
            </a:solidFill>
            <a:ln w="12700">
              <a:solidFill>
                <a:srgbClr val="5D96C8"/>
              </a:solidFill>
              <a:miter lim="800000"/>
              <a:headEnd/>
              <a:tailEnd/>
            </a:ln>
          </p:spPr>
          <p:txBody>
            <a:bodyPr wrap="none" lIns="67321" tIns="33662" rIns="67321" bIns="33662" anchor="ctr"/>
            <a:lstStyle/>
            <a:p>
              <a:pPr algn="ctr" defTabSz="674695" eaLnBrk="0" hangingPunct="0">
                <a:defRPr/>
              </a:pPr>
              <a:r>
                <a:rPr lang="en-US" sz="3580" dirty="0">
                  <a:solidFill>
                    <a:schemeClr val="bg1"/>
                  </a:solidFill>
                </a:rPr>
                <a:t>BACKGROUND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BA5418E-CF2B-9B4E-B4C7-1575A4950CE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" y="7391400"/>
              <a:ext cx="18288000" cy="0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FFC9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FD774C-2E58-564B-9C18-12D447B14ABF}"/>
              </a:ext>
            </a:extLst>
          </p:cNvPr>
          <p:cNvGrpSpPr/>
          <p:nvPr/>
        </p:nvGrpSpPr>
        <p:grpSpPr>
          <a:xfrm>
            <a:off x="169983" y="12163307"/>
            <a:ext cx="9372601" cy="883283"/>
            <a:chOff x="19659600" y="6477000"/>
            <a:chExt cx="18288000" cy="914400"/>
          </a:xfrm>
          <a:solidFill>
            <a:srgbClr val="5D96C8"/>
          </a:solidFill>
        </p:grpSpPr>
        <p:sp>
          <p:nvSpPr>
            <p:cNvPr id="45" name="Rectangle 72"/>
            <p:cNvSpPr>
              <a:spLocks noChangeArrowheads="1"/>
            </p:cNvSpPr>
            <p:nvPr/>
          </p:nvSpPr>
          <p:spPr bwMode="auto">
            <a:xfrm>
              <a:off x="19659600" y="6477000"/>
              <a:ext cx="18288000" cy="889000"/>
            </a:xfrm>
            <a:prstGeom prst="rect">
              <a:avLst/>
            </a:prstGeom>
            <a:grpFill/>
            <a:ln w="12700">
              <a:solidFill>
                <a:srgbClr val="5D96C8"/>
              </a:solidFill>
              <a:miter lim="800000"/>
              <a:headEnd/>
              <a:tailEnd/>
            </a:ln>
          </p:spPr>
          <p:txBody>
            <a:bodyPr wrap="none" lIns="67321" tIns="33662" rIns="67321" bIns="33662" anchor="ctr"/>
            <a:lstStyle/>
            <a:p>
              <a:pPr algn="ctr" defTabSz="674695" eaLnBrk="0" hangingPunct="0">
                <a:defRPr/>
              </a:pPr>
              <a:r>
                <a:rPr lang="en-US" sz="3580" dirty="0">
                  <a:solidFill>
                    <a:schemeClr val="bg1"/>
                  </a:solidFill>
                </a:rPr>
                <a:t>METHODS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382A89A-245A-5B45-A0B8-24949C19D2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659600" y="7391400"/>
              <a:ext cx="18288000" cy="0"/>
            </a:xfrm>
            <a:prstGeom prst="line">
              <a:avLst/>
            </a:prstGeom>
            <a:grpFill/>
            <a:ln w="76200" cap="flat" cmpd="sng" algn="ctr">
              <a:solidFill>
                <a:srgbClr val="FFC9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67463E-9E16-8A46-B7FA-B044F4DCB9A1}"/>
              </a:ext>
            </a:extLst>
          </p:cNvPr>
          <p:cNvGrpSpPr/>
          <p:nvPr/>
        </p:nvGrpSpPr>
        <p:grpSpPr>
          <a:xfrm>
            <a:off x="9906000" y="3393638"/>
            <a:ext cx="14020800" cy="872756"/>
            <a:chOff x="457199" y="15646400"/>
            <a:chExt cx="37492685" cy="889000"/>
          </a:xfrm>
        </p:grpSpPr>
        <p:sp>
          <p:nvSpPr>
            <p:cNvPr id="35" name="Rectangle 659"/>
            <p:cNvSpPr>
              <a:spLocks noChangeArrowheads="1"/>
            </p:cNvSpPr>
            <p:nvPr/>
          </p:nvSpPr>
          <p:spPr bwMode="auto">
            <a:xfrm>
              <a:off x="457199" y="15646400"/>
              <a:ext cx="37492685" cy="889000"/>
            </a:xfrm>
            <a:prstGeom prst="rect">
              <a:avLst/>
            </a:prstGeom>
            <a:solidFill>
              <a:srgbClr val="5D96C8"/>
            </a:solidFill>
            <a:ln w="12700">
              <a:solidFill>
                <a:srgbClr val="5D96C8"/>
              </a:solidFill>
              <a:miter lim="800000"/>
              <a:headEnd/>
              <a:tailEnd/>
            </a:ln>
          </p:spPr>
          <p:txBody>
            <a:bodyPr wrap="none" lIns="67321" tIns="33662" rIns="67321" bIns="33662" anchor="ctr"/>
            <a:lstStyle/>
            <a:p>
              <a:pPr algn="ctr" defTabSz="674695" eaLnBrk="0" hangingPunct="0">
                <a:defRPr/>
              </a:pPr>
              <a:r>
                <a:rPr lang="en-US" sz="3580" dirty="0">
                  <a:solidFill>
                    <a:schemeClr val="bg1"/>
                  </a:solidFill>
                </a:rPr>
                <a:t>RESULTS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9D5224B-F1A8-E849-A63F-23C3AC83A0C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" y="16535400"/>
              <a:ext cx="37490400" cy="0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FFC9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28336C-B5A5-A14A-8BD1-D10EB3973009}"/>
              </a:ext>
            </a:extLst>
          </p:cNvPr>
          <p:cNvGrpSpPr/>
          <p:nvPr/>
        </p:nvGrpSpPr>
        <p:grpSpPr>
          <a:xfrm>
            <a:off x="24307800" y="3393638"/>
            <a:ext cx="8382000" cy="807613"/>
            <a:chOff x="457200" y="25222200"/>
            <a:chExt cx="18288000" cy="889000"/>
          </a:xfrm>
        </p:grpSpPr>
        <p:sp>
          <p:nvSpPr>
            <p:cNvPr id="47" name="Rectangle 72"/>
            <p:cNvSpPr>
              <a:spLocks noChangeArrowheads="1"/>
            </p:cNvSpPr>
            <p:nvPr/>
          </p:nvSpPr>
          <p:spPr bwMode="auto">
            <a:xfrm>
              <a:off x="457200" y="25222200"/>
              <a:ext cx="18288000" cy="889000"/>
            </a:xfrm>
            <a:prstGeom prst="rect">
              <a:avLst/>
            </a:prstGeom>
            <a:solidFill>
              <a:srgbClr val="5D96C8"/>
            </a:solidFill>
            <a:ln w="12700">
              <a:solidFill>
                <a:srgbClr val="5D96C8"/>
              </a:solidFill>
              <a:miter lim="800000"/>
              <a:headEnd/>
              <a:tailEnd/>
            </a:ln>
          </p:spPr>
          <p:txBody>
            <a:bodyPr wrap="none" lIns="67321" tIns="33662" rIns="67321" bIns="33662" anchor="ctr"/>
            <a:lstStyle/>
            <a:p>
              <a:pPr algn="ctr" defTabSz="674695" eaLnBrk="0" hangingPunct="0">
                <a:defRPr/>
              </a:pPr>
              <a:r>
                <a:rPr lang="en-US" sz="3580" dirty="0">
                  <a:solidFill>
                    <a:schemeClr val="bg1"/>
                  </a:solidFill>
                </a:rPr>
                <a:t>CONCLUSION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6AF85B2-6B82-0F48-8030-C6B95973C47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" y="26111200"/>
              <a:ext cx="18288000" cy="0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FFC9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248E16-AC38-E352-02EE-D5235BA73585}"/>
              </a:ext>
            </a:extLst>
          </p:cNvPr>
          <p:cNvGrpSpPr/>
          <p:nvPr/>
        </p:nvGrpSpPr>
        <p:grpSpPr>
          <a:xfrm>
            <a:off x="24272631" y="13214979"/>
            <a:ext cx="8382000" cy="807613"/>
            <a:chOff x="457200" y="25222200"/>
            <a:chExt cx="18288000" cy="889000"/>
          </a:xfrm>
        </p:grpSpPr>
        <p:sp>
          <p:nvSpPr>
            <p:cNvPr id="8" name="Rectangle 72">
              <a:extLst>
                <a:ext uri="{FF2B5EF4-FFF2-40B4-BE49-F238E27FC236}">
                  <a16:creationId xmlns:a16="http://schemas.microsoft.com/office/drawing/2014/main" id="{98A9FA8C-99EC-AF49-9E4C-1CC5D2AC3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5222200"/>
              <a:ext cx="18288000" cy="889000"/>
            </a:xfrm>
            <a:prstGeom prst="rect">
              <a:avLst/>
            </a:prstGeom>
            <a:solidFill>
              <a:srgbClr val="5D96C8"/>
            </a:solidFill>
            <a:ln w="12700">
              <a:solidFill>
                <a:srgbClr val="5D96C8"/>
              </a:solidFill>
              <a:miter lim="800000"/>
              <a:headEnd/>
              <a:tailEnd/>
            </a:ln>
          </p:spPr>
          <p:txBody>
            <a:bodyPr wrap="none" lIns="67321" tIns="33662" rIns="67321" bIns="33662" anchor="ctr"/>
            <a:lstStyle/>
            <a:p>
              <a:pPr algn="ctr" defTabSz="674695" eaLnBrk="0" hangingPunct="0">
                <a:defRPr/>
              </a:pPr>
              <a:r>
                <a:rPr lang="en-US" sz="3580" dirty="0">
                  <a:solidFill>
                    <a:schemeClr val="bg1"/>
                  </a:solidFill>
                </a:rPr>
                <a:t>REFERENCES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4F447C-CCD0-3182-A7D7-1F3C51D7B5C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" y="26111200"/>
              <a:ext cx="18288000" cy="0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FFC9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F8DA111-5865-7CAF-DD9F-5EB1F1448481}"/>
              </a:ext>
            </a:extLst>
          </p:cNvPr>
          <p:cNvSpPr/>
          <p:nvPr/>
        </p:nvSpPr>
        <p:spPr bwMode="auto">
          <a:xfrm>
            <a:off x="24237462" y="14254103"/>
            <a:ext cx="8382000" cy="74850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9465" tIns="106107" rIns="159465" bIns="106107" numCol="1" rtlCol="0" anchor="t" anchorCtr="0" compatLnSpc="1">
            <a:prstTxWarp prst="textNoShape">
              <a:avLst/>
            </a:prstTxWarp>
          </a:bodyPr>
          <a:lstStyle/>
          <a:p>
            <a:pPr algn="just" defTabSz="2812329" eaLnBrk="0" hangingPunct="0">
              <a:lnSpc>
                <a:spcPct val="96000"/>
              </a:lnSpc>
              <a:spcBef>
                <a:spcPct val="20000"/>
              </a:spcBef>
            </a:pPr>
            <a:endParaRPr lang="en-US" sz="915"/>
          </a:p>
        </p:txBody>
      </p:sp>
      <p:pic>
        <p:nvPicPr>
          <p:cNvPr id="16" name="Picture 15" descr="A logo for a school&#10;&#10;AI-generated content may be incorrect.">
            <a:extLst>
              <a:ext uri="{FF2B5EF4-FFF2-40B4-BE49-F238E27FC236}">
                <a16:creationId xmlns:a16="http://schemas.microsoft.com/office/drawing/2014/main" id="{D075B13A-33F8-93D9-E93B-271923443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38" y="400057"/>
            <a:ext cx="11938001" cy="21934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D054B05-8346-A7C3-6A48-58B00A40788A}"/>
              </a:ext>
            </a:extLst>
          </p:cNvPr>
          <p:cNvSpPr/>
          <p:nvPr/>
        </p:nvSpPr>
        <p:spPr bwMode="auto">
          <a:xfrm>
            <a:off x="9867900" y="12931438"/>
            <a:ext cx="7010400" cy="859312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09298" tIns="139265" rIns="209298" bIns="1392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3690938" rtl="0" eaLnBrk="0" fontAlgn="base" latinLnBrk="0" hangingPunct="0">
              <a:lnSpc>
                <a:spcPct val="96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Times New Roman" pitchFamily="18" charset="0"/>
              </a:rPr>
              <a:t>Table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4DD4C8-0451-B2A8-705A-0F1A4DFF1122}"/>
              </a:ext>
            </a:extLst>
          </p:cNvPr>
          <p:cNvSpPr/>
          <p:nvPr/>
        </p:nvSpPr>
        <p:spPr bwMode="auto">
          <a:xfrm>
            <a:off x="16960361" y="12923292"/>
            <a:ext cx="7010400" cy="859312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09298" tIns="139265" rIns="209298" bIns="1392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3690938" rtl="0" eaLnBrk="0" fontAlgn="base" latinLnBrk="0" hangingPunct="0">
              <a:lnSpc>
                <a:spcPct val="96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Times New Roman" pitchFamily="18" charset="0"/>
              </a:rPr>
              <a:t>Regression table with coefficients</a:t>
            </a:r>
          </a:p>
          <a:p>
            <a:pPr marL="0" marR="0" indent="0" algn="just" defTabSz="3690938" rtl="0" eaLnBrk="0" fontAlgn="base" latinLnBrk="0" hangingPunct="0">
              <a:lnSpc>
                <a:spcPct val="96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2F0DD-C0A6-9C9D-0F74-11126781F45F}"/>
              </a:ext>
            </a:extLst>
          </p:cNvPr>
          <p:cNvSpPr/>
          <p:nvPr/>
        </p:nvSpPr>
        <p:spPr bwMode="auto">
          <a:xfrm>
            <a:off x="9867900" y="4453467"/>
            <a:ext cx="14085277" cy="815699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09298" tIns="139265" rIns="209298" bIns="1392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3690938" rtl="0" eaLnBrk="0" fontAlgn="base" latinLnBrk="0" hangingPunct="0">
              <a:lnSpc>
                <a:spcPct val="96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Times New Roman" pitchFamily="18" charset="0"/>
              </a:rPr>
              <a:t>Various plots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09298" tIns="139265" rIns="209298" bIns="139265" numCol="1" anchor="t" anchorCtr="0" compatLnSpc="1">
        <a:prstTxWarp prst="textNoShape">
          <a:avLst/>
        </a:prstTxWarp>
      </a:bodyPr>
      <a:lstStyle>
        <a:defPPr marL="0" marR="0" indent="0" algn="just" defTabSz="3690938" rtl="0" eaLnBrk="0" fontAlgn="base" latinLnBrk="0" hangingPunct="0">
          <a:lnSpc>
            <a:spcPct val="96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09298" tIns="139265" rIns="209298" bIns="139265" numCol="1" anchor="t" anchorCtr="0" compatLnSpc="1">
        <a:prstTxWarp prst="textNoShape">
          <a:avLst/>
        </a:prstTxWarp>
      </a:bodyPr>
      <a:lstStyle>
        <a:defPPr marL="0" marR="0" indent="0" algn="just" defTabSz="3690938" rtl="0" eaLnBrk="0" fontAlgn="base" latinLnBrk="0" hangingPunct="0">
          <a:lnSpc>
            <a:spcPct val="96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10957</TotalTime>
  <Words>38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Default Design</vt:lpstr>
      <vt:lpstr>Document</vt:lpstr>
      <vt:lpstr>TITLE TITLE  Your Name1 1Oregon Health &amp; Science University, School of Public Health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 Associated with Healthcare Providers’ Willingness to Report a Medical Error</dc:title>
  <dc:creator>Kerry Bommarito</dc:creator>
  <cp:lastModifiedBy>Nicky Wakim</cp:lastModifiedBy>
  <cp:revision>426</cp:revision>
  <cp:lastPrinted>1998-01-23T20:07:40Z</cp:lastPrinted>
  <dcterms:created xsi:type="dcterms:W3CDTF">2010-10-12T01:28:09Z</dcterms:created>
  <dcterms:modified xsi:type="dcterms:W3CDTF">2025-02-25T18:55:38Z</dcterms:modified>
</cp:coreProperties>
</file>